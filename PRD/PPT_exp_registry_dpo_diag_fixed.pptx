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BEEF4"/>
                </a:solidFill>
                <a:latin typeface="Microsoft YaHei"/>
              </a:defRPr>
            </a:pPr>
            <a:r>
              <a:t>Video Inpainting DPO：实验命名与 Artifact 修正版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5AEBC"/>
                </a:solidFill>
                <a:latin typeface="Microsoft YaHei"/>
              </a:defRPr>
            </a:pPr>
            <a:r>
              <a:t>本页组用于修正 Old Exp5 / New Exp5 / New Exp6 命名，并把 dpo-diag 纳入每个实验的必读证据。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当前任务不是新训练，而是补齐实验 registry、diagnostics、PPT 叙事口径。</a:t>
            </a:r>
          </a:p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核心修正：New Exp6 是 no-comp + changed loss 诊断，不是普通 Exp6。</a:t>
            </a:r>
          </a:p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每个 DPO 实验必须有独立 folder + dpo_diagnostics.csv；缺任何一项都标 artifact gap。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修正后的实验命名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PPT 名称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真实实验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pre 里怎么讲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Exp4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full-mask generated loser data-only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只改数据：win 还是 VideoDPO win，lose 换 DiffuEraser full-mask 生成结果；task 仍是 full-mask bridge。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Old Exp5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unanchored comp data-only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collapse 反例：ranking 可以对，但视觉质量坏。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New Exp5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winner-anchored comp data-only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加 winner anchoring 后更稳，但仍不是最终 partial-mask task。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New Exp6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no-comp + changed loss diagnostic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不是普通 Exp6；复用 raw_loser，只换 manifest，不做 comp。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Exp7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partial-mask task gate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真正让模型训练时看到 mask；Stage1 有收益，DPO Stage2 退化。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Exp8 / Exp9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target-domain diagnostics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Exp8 看 region loss；Exp9 看 YouTube-VOS/D3 数据和短窗口。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Experiment Registry：folder / diag / eval 必须对齐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24128"/>
          <a:ext cx="11384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6629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H20 找到什么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缺什么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Exp4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本地只有 exp4-data PNG 证据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完整 folder / dpo-diag / eval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Old Exp5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本地 exp5 视频；PRD 有 collapse 解释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完整 run folder / dpo-diag CSV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PAI search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New Exp5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本地 new-exp5 视频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完整 run folder / dpo-diag CSV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PAI search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New Exp6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H20 dpo_diag + checkpoint + 本地视频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PAI eval report 如有需补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mostly complete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Exp7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本地 Exp7/Hybrid 视频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训练 dpo-diag / PAI-NAS eval registry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Exp8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launcher/计划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run folder / dpo-diag / eval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Exp9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H20 nocomp/no-lose folder + diag；本地视频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PAI clean comp diag/eval registry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dpo-diag 是每个实验必读，不是附录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2468880" cy="329184"/>
          </a:xfrm>
          <a:prstGeom prst="roundRect">
            <a:avLst/>
          </a:prstGeom>
          <a:solidFill>
            <a:srgbClr val="58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为什么必须看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Old Exp5 告诉我们：implicit_acc=1、dpo_loss 很低，不等于视觉好。</a:t>
            </a:r>
          </a:p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DPO 可能通过把 loser 弄得更差来满足 ranking，同时 winner 也被破坏。</a:t>
            </a:r>
          </a:p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所以每个实验都要同时看视觉 + metric + dpo-diag。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143000"/>
            <a:ext cx="2468880" cy="329184"/>
          </a:xfrm>
          <a:prstGeom prst="roundRect">
            <a:avLst/>
          </a:prstGeom>
          <a:solidFill>
            <a:srgbClr val="58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至少记录什么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step / checkpoint；dpo_loss；implicit_acc。</a:t>
            </a:r>
          </a:p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mse_w/ref_mse_w、win_gap、winner_gap_reg。</a:t>
            </a:r>
          </a:p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mse_l/ref_mse_l、lose_gap、loser_dominant_ratio。</a:t>
            </a:r>
          </a:p>
          <a:p>
            <a:pPr>
              <a:spcAft>
                <a:spcPts val="800"/>
              </a:spcAft>
              <a:defRPr sz="1800">
                <a:solidFill>
                  <a:srgbClr val="EBEEF4"/>
                </a:solidFill>
                <a:latin typeface="Microsoft YaHei"/>
              </a:defRPr>
            </a:pPr>
            <a:r>
              <a:t>sigma_term、kl_divergence、inside_term_mean。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Old Exp5 → New Exp5 → New Exp6：主线要讲清楚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BEEF4"/>
                </a:solidFill>
                <a:latin typeface="Microsoft YaHei"/>
              </a:defRPr>
            </a:pPr>
            <a:r>
              <a:t>Old Exp5：partial-mask comp 数据，但训练仍是 full-mask bridge；没有 winner anchoring，结果 collapse。</a:t>
            </a:r>
          </a:p>
          <a:p>
            <a:pPr>
              <a:spcAft>
                <a:spcPts val="800"/>
              </a:spcAft>
              <a:defRPr sz="2000">
                <a:solidFill>
                  <a:srgbClr val="EBEEF4"/>
                </a:solidFill>
                <a:latin typeface="Microsoft YaHei"/>
              </a:defRPr>
            </a:pPr>
            <a:r>
              <a:t>New Exp5：还是 comp 数据，但 loss 加 winner_abs + winner_gap + lose_gap；视觉比 Old Exp5 稳，但不是最终任务。</a:t>
            </a:r>
          </a:p>
          <a:p>
            <a:pPr>
              <a:spcAft>
                <a:spcPts val="800"/>
              </a:spcAft>
              <a:defRPr sz="2000">
                <a:solidFill>
                  <a:srgbClr val="EBEEF4"/>
                </a:solidFill>
                <a:latin typeface="Microsoft YaHei"/>
              </a:defRPr>
            </a:pPr>
            <a:r>
              <a:t>New Exp6：不是新生成一批数据，而是复用 Exp5 raw_loser，改成 no-comp manifest；用来诊断 comp 是否带来副作用。</a:t>
            </a:r>
          </a:p>
          <a:p>
            <a:pPr>
              <a:spcAft>
                <a:spcPts val="800"/>
              </a:spcAft>
              <a:defRPr sz="2000">
                <a:solidFill>
                  <a:srgbClr val="EBEEF4"/>
                </a:solidFill>
                <a:latin typeface="Microsoft YaHei"/>
              </a:defRPr>
            </a:pPr>
            <a:r>
              <a:t>这三个实验的意义不是“DPO 一定失败”，而是找到失败机制：data-only full-mask bridge + 长训很危险。</a:t>
            </a:r>
          </a:p>
          <a:p>
            <a:pPr>
              <a:spcAft>
                <a:spcPts val="800"/>
              </a:spcAft>
              <a:defRPr sz="2000">
                <a:solidFill>
                  <a:srgbClr val="EBEEF4"/>
                </a:solidFill>
                <a:latin typeface="Microsoft YaHei"/>
              </a:defRPr>
            </a:pPr>
            <a:r>
              <a:t>pre 里不要把 New Exp6 写成普通 Exp6；它是 no-comp + changed loss 的诊断实验。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Artifact Search：H20 已扫，PAI 还需要用户返回 txt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15568"/>
            <a:ext cx="2468880" cy="329184"/>
          </a:xfrm>
          <a:prstGeom prst="roundRect">
            <a:avLst/>
          </a:prstGeom>
          <a:solidFill>
            <a:srgbClr val="58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H20 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36192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reports/experiment_artifact_audit/h20_exp_dirs.txt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reports/experiment_artifact_audit/h20_diag_files.txt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reports/experiment_artifact_audit/h20_all_candidate_artifacts.txt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H20 当前主要找到 New Exp6 / Exp9 nocomp / Exp9 no-lose。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115568"/>
            <a:ext cx="2468880" cy="329184"/>
          </a:xfrm>
          <a:prstGeom prst="roundRect">
            <a:avLst/>
          </a:prstGeom>
          <a:solidFill>
            <a:srgbClr val="58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PAI 手动搜索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53619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PAI 结果集中在：/mnt/workspace/hj/nas_hj/H20_Video_inpainting_DPO/logs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需要返回：pai_exp_dirs.txt、pai_diag_files.txt、pai_exp_dir_sizes.txt。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返回后才能补完整 Old Exp5 / New Exp5 / Exp7 / PAI Exp9 comp registry。</a:t>
            </a:r>
          </a:p>
          <a:p>
            <a:pPr>
              <a:spcAft>
                <a:spcPts val="800"/>
              </a:spcAft>
              <a:defRPr sz="1600">
                <a:solidFill>
                  <a:srgbClr val="EBEEF4"/>
                </a:solidFill>
                <a:latin typeface="Microsoft YaHei"/>
              </a:defRPr>
            </a:pPr>
            <a:r>
              <a:t>完整命令块放在 PRD/14_pai_manual_artifact_search_commands.md。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修正后的实验叙事链路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1. Exp4：只改 loser 数据为 DiffuEraser full-mask 生成，数据质量太差，所以转 partial-mask。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2. Old Exp5：partial-mask comp 数据 + full-mask bridge，DPO collapse，说明 ranking 不等于视觉质量。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3. New Exp5：加 winner anchoring，说明 guardrail 必要。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4. New Exp6：no-comp 诊断，确认 comp / raw_loser 对训练的影响。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5. Exp7：真正改 task，让模型看到 partial mask；Stage1 有收益，Stage2 DPO 会破坏 temporal prior。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6. Exp9：转 D3/YouTube-VOS target-domain，ckpt500 有早期窗口，越训越差。</a:t>
            </a:r>
          </a:p>
          <a:p>
            <a:pPr>
              <a:spcAft>
                <a:spcPts val="800"/>
              </a:spcAft>
              <a:defRPr sz="1900">
                <a:solidFill>
                  <a:srgbClr val="EBEEF4"/>
                </a:solidFill>
                <a:latin typeface="Microsoft YaHei"/>
              </a:defRPr>
            </a:pPr>
            <a:r>
              <a:t>7. 下一步先补 artifact registry 和 dpo-diag，再决定 region loss / no-lose-gap / SFT warmup。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结论：现在先修证据链，再继续实验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当前可讲的结论：DPO 有短窗口信号，但长训会退化；DPO Stage2 不应继续。</a:t>
            </a:r>
          </a:p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当前不可讲成完整结论的地方：没有 dpo-diag / 没有独立 folder 的实验。</a:t>
            </a:r>
          </a:p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PPT 修正重点：Old Exp5、New Exp5、New Exp6 分开讲；dpo-diag 单独成页。</a:t>
            </a:r>
          </a:p>
          <a:p>
            <a:pPr>
              <a:spcAft>
                <a:spcPts val="800"/>
              </a:spcAft>
              <a:defRPr sz="2200">
                <a:solidFill>
                  <a:srgbClr val="EBEEF4"/>
                </a:solidFill>
                <a:latin typeface="Microsoft YaHei"/>
              </a:defRPr>
            </a:pPr>
            <a:r>
              <a:t>下一步不是新训练，而是等 PAI artifact 搜索结果回来，补完整 registry 和 final comparison。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