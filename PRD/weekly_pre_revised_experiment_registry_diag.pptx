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EBEEF4"/>
                </a:solidFill>
                <a:latin typeface="Microsoft YaHei"/>
              </a:defRPr>
            </a:pPr>
            <a:r>
              <a:t>Video Inpainting DPO 本周实验汇报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57276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EC8D4"/>
                </a:solidFill>
                <a:latin typeface="Microsoft YaHei"/>
              </a:defRPr>
            </a:pPr>
            <a:r>
              <a:t>重构版：按真实训练日志写清楚每个实验的数据、task、loss 和结论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59152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主线：Exp4 full-mask loser失败 -&gt; Exp5 partial-mask comp仍collapse -&gt; New Exp5/6加winner anchoring -&gt; Exp7改成partial-mask task -&gt; Exp9转target-domain D3。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重要修正：Exp9 的 baseline 不是裸 base，而是 YouTube-VOS SFT-48000 DiffuEraser；ckpt500 只表示 DPO 在强 SFT baseline 上有短窗口候选。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这版PPT不再把loss写成概念；每页直接写L_DPO、beta、lose_gap、winner_abs、winner_gap和region权重。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重要修正：没有plain Exp6；我们直接做的是New Exp6 = no-comp + winner-anchored loss。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真实 Loss 公式速查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记号：wg = mse_w - ref_mse_w；lg = mse_l - ref_mse_l。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DPO主体：L_DPO(beta,a) = - mean log sigmoid[-0.5 * beta * (wg - a * lg)]。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Old Exp5：L = L_DPO(500,1.0)；中间beta10版：L = L_DPO(10,1.0)；winner_abs=0，winner_gap=0。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New Exp5 / New Exp6 / Exp7 / Exp9-comp：L = L_DPO(10,0.25) + 0.05*mse_w + 1.0*ReLU(wg - 0)，SFT_REG=0。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Exp8 region-loss：同上，但mse按区域加权；mask=1.0，boundary=1.0，outside=0.25，boundary_kernel=3。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Exp9 no-lose：L = L_DPO(10,0.0) + 0.05*mse_w + 1.0*ReLU(wg - 0)，专门去掉推远loser的激励。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实验谱系：先改数据，再改 task，再改 loss/data-domain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Exp1-3：复现与接入，确认DiffuEraser、official VideoDPO、DiffuEraser adapter能跑。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Exp4：只换成full-mask generated loser，数据太差，作为负结果。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Old Exp5：partial-mask comp数据，但task仍full-mask，unanchored DPO collapse。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New Exp5 / New Exp6：同样data-only/full-mask bridge，但加入winner_abs和winner_gap，分别看comp和no-comp。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Exp7 / Hybrid：真正改partial-mask task，并确认DPO Stage2有害，Stage2应冻结。</a:t>
            </a:r>
          </a:p>
          <a:p>
            <a:pPr>
              <a:spcAft>
                <a:spcPts val="7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Exp8 / Exp9：target-domain D3上做region-loss、comp/no-comp、no-lose-gap小gate。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本周关键结论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E6EBF2"/>
                </a:solidFill>
                <a:latin typeface="Microsoft YaHei"/>
              </a:defRPr>
            </a:pPr>
            <a:r>
              <a:t>DPO不是简单“没用”，而是有短窗口有效信号；继续训会走向loser-degradation shortcut。</a:t>
            </a:r>
          </a:p>
          <a:p>
            <a:pPr>
              <a:spcAft>
                <a:spcPts val="700"/>
              </a:spcAft>
              <a:defRPr sz="2100">
                <a:solidFill>
                  <a:srgbClr val="E6EBF2"/>
                </a:solidFill>
                <a:latin typeface="Microsoft YaHei"/>
              </a:defRPr>
            </a:pPr>
            <a:r>
              <a:t>Old Exp5说明unanchored DPO会满足ranking但破坏视觉；winner anchoring是必要guardrail。</a:t>
            </a:r>
          </a:p>
          <a:p>
            <a:pPr>
              <a:spcAft>
                <a:spcPts val="700"/>
              </a:spcAft>
              <a:defRPr sz="2100">
                <a:solidFill>
                  <a:srgbClr val="E6EBF2"/>
                </a:solidFill>
                <a:latin typeface="Microsoft YaHei"/>
              </a:defRPr>
            </a:pPr>
            <a:r>
              <a:t>data-only full-mask bridge不是最终路径；partial-mask inpainting必须让训练task也看到mask。</a:t>
            </a:r>
          </a:p>
          <a:p>
            <a:pPr>
              <a:spcAft>
                <a:spcPts val="700"/>
              </a:spcAft>
              <a:defRPr sz="2100">
                <a:solidFill>
                  <a:srgbClr val="E6EBF2"/>
                </a:solidFill>
                <a:latin typeface="Microsoft YaHei"/>
              </a:defRPr>
            </a:pPr>
            <a:r>
              <a:t>Exp7说明Stage1可学spatial，但DPO Stage2会破坏temporal/motion prior。</a:t>
            </a:r>
          </a:p>
          <a:p>
            <a:pPr>
              <a:spcAft>
                <a:spcPts val="700"/>
              </a:spcAft>
              <a:defRPr sz="2100">
                <a:solidFill>
                  <a:srgbClr val="E6EBF2"/>
                </a:solidFill>
                <a:latin typeface="Microsoft YaHei"/>
              </a:defRPr>
            </a:pPr>
            <a:r>
              <a:t>Exp9 D3-comp ckpt500 是相对 SFT-48000 baseline 的早期候选；下一步必须先确认 PAI baseline 路径，再看 region loss / no-lose-gap 是否真有增益。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Exp1 DiffuEraser 复现 + SFT + metric setting 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状态：已完成；后续所有实验的 base / SFT / metric 参考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数据怎么改：不改 preference 数据；用 DAVIS / YouTube-VOS 风格修复数据和 DiffuEraser 官方/SFT 权重。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Task怎么做：普通 video inpainting；先把 DiffuEraser Stage1/Stage2 推理、mask 设置和 metric 跑通。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真实Loss：非DPO；SFT/reconstruction denoising loss，等价于预测噪声/重建目标的MSE；没有win/lose gap。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Eval怎么看：PSNR / SSIM / LPIPS / Ewarp；inpainting 不用 VBench。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为什么做：先确定底座和metric，否则后面DPO变好变坏都无法解释。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意义：提供baseline、权重路径和metric口径。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结论：完成；后续 DPO 必须和 YouTube-VOS SFT-48000 DiffuEraser 强 baseline 对比，而不是和裸 official base 混在一起。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下一步：进入 official VideoDPO sanity check。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loss真值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非DPO MSE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无beta/winner/loser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Exp2 official VideoDPO / VC2 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状态：已完成定性 + 定量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数据怎么改：完全用 VideoDPO 官方 winner / rejected pairs。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Task怎么做：完全按官方：VC2 model + official VideoDPO training。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真实Loss：官方VideoDPO loss；本周train.tar.gz里没有本实验本地loss日志，不额外编造权重。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Eval怎么看：VBench + side-by-side qualitative。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为什么做：确认官方VideoDPO pipeline在我们机器上能复现。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意义：它是DPO框架和评估脚本的sanity check。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结论：完成；说明框架本身可跑。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下一步：下一步只换模型，不换官方数据/流程。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loss来源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official repo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无本周本地train log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Exp3 official VideoDPO 框架下替换成 DiffuEraser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状态：已完成定性 + 定量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数据怎么改：数据仍然是 VideoDPO 官方 pairs，不引入 generated loser。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Task怎么做：official VideoDPO full-mask bridge，只把VC2 adapter换成DiffuEraser。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真实Loss：official full-video DPO loss；本周train.tar.gz没有这一步的完整loss日志。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Eval怎么看：VBench + DPO diagnostics + qualitative。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为什么做：回答DiffuEraser能不能接进VideoDPO训练框架。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意义：验证adapter、loader、Stage1/Stage2权重路径。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结论：完成；后面问题主要来自数据和objective，不是接入失败。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下一步：下一步开始换 loser 数据。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loss来源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official bridge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无generated-loser正则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Exp4 full-mask generated loser data-only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状态：做过；数据质量太差，exp4-data 后续已删除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数据怎么改：只改数据：win还是VideoDPO win；lose改成DiffuEraser full-mask生成的视频。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Task怎么做：task没改，仍当作full-mask视频生成/bridge训练；不是partial-mask重建。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真实Loss：正式DPO训练未保留下完整日志；原计划沿用old默认full-video DPO: L_DPO(500,1.0)，winner_abs=0,winner_gap=0。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Eval怎么看：小范围qualitative smoke + dpo诊断；数据不过关，没有作为主结果继续跑。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为什么做：测试“只把loser换成DiffuEraser生成坏样本”是否足够。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意义：它直接暴露full-mask generated loser质量太差。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结论：负结果；不是值得继续训练的数据方向。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下一步：改成partial-mask K=4，让loser只局部坏掉。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failed data gate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exp4-data已删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计划L_DPO(500,1)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无完整train log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Old Exp5 D2 partial-mask comp，data-only full-mask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状态：旧版collapse；PAI日志确认beta500/10000+长训配置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数据怎么改：数据改成partial-mask generated loser：每个win采K=4个mask，生成raw_loser，再做comp：mask外拷回win，mask内用raw_loser；约等于4倍pair。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Task怎么做：task仍没改：训练时不看partial mask，仍按full-mask视频生成/full-video bridge来做。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真实Loss：定义 wg=mse_w-ref_mse_w, lg=mse_l-ref_mse_l; L_DPO(beta,a)=-mean log sigmoid[-0.5*beta*(wg-a*lg)]；Stage1 old: L=L_DPO(500,1.0); winner_abs=0, winner_gap=0, SFT_REG=0，max_steps=20000；Stage2 old: L=L_DPO(500,1.0); winner_abs=0, winner_gap=0, SFT_REG=0，max_steps=10000；中间beta10无anchor: L=L_DPO(10,1.0); winner_abs=0, winner_gap=0, SFT_REG=0，S1/S2=4000。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Eval怎么看：VBench + DPO diagnostics + qualitative。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为什么做：想看局部坏的comp loser能不能比Exp4更干净。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意义：它证明ranking可以被DPO满足，但视觉会被破坏。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结论：collapse：条纹、颜色爆、prompt不敏感；unanchored DPO不可用。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下一步：必须加入winner_abs和winner_gap来保护winner质量。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Stage1 old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beta=500, steps=20000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L_DPO(500,1)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Stage2 old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beta=500, steps=10000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L_DPO(500,1)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beta10中间版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S1/S2 4000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L_DPO(10,1)无anchor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后面保留 1 个代表视频页；视频只放关键实验。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 beautiful coastal beach in spring, waves lapping on sand, pan left-0 (4).sli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2D7E1"/>
                </a:solidFill>
                <a:latin typeface="Microsoft YaHei"/>
              </a:defRPr>
            </a:pPr>
            <a:r>
              <a:t>Old Exp5 D2 partial-mask comp，data-only full-mask bridge｜代表视频 1/1｜A beautiful coastal beach in spring, waves lapping on sand, pan left-0 (4).mp4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New Exp5 D2 comp + winner-anchored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状态：完成；比Old Exp5稳定，但不是最终路径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数据怎么改：数据仍是D2 partial-mask comp：win=VideoDPO win，loser=mask外win+mask内raw_loser。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Task怎么做：task仍是full-mask bridge；模型训练时仍不看partial mask。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真实Loss：L=L_DPO(10,0.25)+0.05*mse_w+1.0*ReLU(wg-0); SFT_REG=0；Stage1 max_steps=4000，Stage2 max_steps=4000；train_mask_mode=full, mask_from_manifest=false, loss_region_mode=full。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Eval怎么看：VBench + DPO diagnostics + qualitative。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为什么做：专门验证winner anchoring能不能压住Old Exp5的winner退化。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意义：winner_abs和winner_gap是必要guardrail。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结论：改善明显，但data-only full-mask bridge仍不稳定。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下一步：做New Exp6 no-comp诊断comp本身是否引入副作用。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Stage1/Stage2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beta=10, lose_gap=.25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+0.05*mse_w +1.0*ReLU(wg)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mask/task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full/full false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不是partial task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New Exp6 D2 no-comp + winner-anchored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状态：完成；不是plain Exp6，是no-comp + 改loss诊断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数据怎么改：不重新生成视频；复用Exp5 raw_loser和mask，只把manifest改成final_loser=raw_loser，不做comp。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Task怎么做：task仍是full-mask bridge；Stage1+Stage2跑winner-anchored 4000。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真实Loss：L=L_DPO(10,0.25)+0.05*mse_w+1.0*ReLU(wg-0); SFT_REG=0；S1/S2 max_steps=4000；train_mask_mode=full, mask_from_manifest=false, loss_region_mode=full。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Eval怎么看：VBench + DPO diagnostics + qualitative；额外看长prompt。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为什么做：回答comp vs no-comp，且不增加新的生成成本。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意义：长prompt样例有时更像文本，说明preference signal不是完全没用。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结论：仍不是最终video inpainting，因为task还没对齐partial mask。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下一步：下一步Exp7真正改task，让模型训练时看到partial mask。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同New Exp5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区别只在manifest no-comp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命名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New Exp6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不是plain Exp6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后面保留 1 个代表视频页；视频只放关键实验。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004_A_boat_sailing_leisurely_along_the_Seine_River_with_the_Eiffel_Tower_in_background_racking_focus.sli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2D7E1"/>
                </a:solidFill>
                <a:latin typeface="Microsoft YaHei"/>
              </a:defRPr>
            </a:pPr>
            <a:r>
              <a:t>New Exp6 D2 no-comp + winner-anchored loss｜代表视频 1/1｜0004_A_boat_sailing_leisurely_along_the_Seine_River_with_the_Eiffel_Tower_in_background_racking_focus.mp4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Exp7 D2 partial-mask task，same-mask + full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状态：完成gate1500；Stage1有提升，Stage2 DPO退化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数据怎么改：复用D2 comp数据和生成mask；训练时M_train=M_gen。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Task怎么做：真正改task：DiffuEraser训练时输入partial mask；先Stage1，再Stage2。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真实Loss：L=L_DPO(10,0.25)+0.05*mse_w+1.0*ReLU(wg-0); SFT_REG=0；S1 max_steps=1500，S2 max_steps=1500；train_mask_mode=partial, mask_from_manifest=true, loss_region_mode=full。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Eval怎么看：true partial-mask metric + DPO diagnostics + qualitative；不用VBench当最终inpainting结论。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为什么做：修正Exp5/6“数据是partial但task不是partial”的错位。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意义：Stage1有mask内改善；Stage2 DPO破坏时序/motion prior。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结论：DPO应只打Stage1 spatial，Stage2 temporal应保留SFT/base。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下一步：做DPO-S1 + frozen SFT-S2 hybrid诊断。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DiffuEraser-base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 SSIM 0.272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Stage1_last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 SSIM 0.288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优于base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Stage2_last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 SSIM 0.236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退化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后面保留 1 个代表视频页；视频只放关键实验。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 beautiful coastal beach in spring, waves lapping on sand, pan left-0.sli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2D7E1"/>
                </a:solidFill>
                <a:latin typeface="Microsoft YaHei"/>
              </a:defRPr>
            </a:pPr>
            <a:r>
              <a:t>Exp7 D2 partial-mask task，same-mask + full loss｜代表视频 1/1｜A beautiful coastal beach in spring, waves lapping on sand, pan left-0.mp4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Hybrid：DPO Stage1 + frozen SFT/base Stage2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状态：完成；没有rescue Exp7，但验证两阶段解释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数据怎么改：权重拆开：spatial/appearance用DPO Stage1；temporal/motion用base/SFT Stage2。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Task怎么做：不训练，只build hybrid checkpoint后评估。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真实Loss：无新training loss；推理组合不是Stage1-only，而是DPO-S1 + frozen S2。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Eval怎么看：true partial-mask eval + side-by-side。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为什么做：DiffuEraser是两阶段模型，不能把Stage1好理解成最终只用Stage1。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意义：这个诊断分清Stage2 DPO有害，以及Stage1信号是否可迁移。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结论：Hybrid没救回来D2结果，说明数据/domain仍重要。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下一步：转向D3/YouTube-VOS target-domain。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只merge/eval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Stage2 DPO停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保留temporal prior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Exp8 D3 comp region-loss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状态：PAI日志找到；Stage1 gate1500已跑，等待/整理target 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数据怎么改：数据换成D3/YouTube-VOS selected_primary_comp repaired manifest。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Task怎么做：Stage1-only partial-mask inpainting；训练时看mask。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真实Loss：L=L_DPO(10,0.25)+0.05*mse_w+1.0*ReLU(wg-0); SFT_REG=0；并且L_DPO/winner terms同Exp9, 但mse用region权重: mask=1.0,boundary=1.0,outside=0.25,kernel=3；max_steps=1500, ckpt_steps=500。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Eval怎么看：YouTube-VOS/DAVIS inpainting metric.py；不用VBench。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为什么做：测试mask/boundary区域加权能否改善边界稳定性。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意义：如果成功说明full-video loss给mask外太多压力；失败也是advisor可讲的负证据。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结论：目前是diagnostic gate，不写成final success。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下一步：和no-lose-gap一起决定是否继续DPO。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region权重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mask=1,boundary=1,outside=.25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kernel=3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anchored+DPO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beta=10 lose_gap=.25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Exp9 D3 comp Stage1 target-domain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状态：clean PAI gate完成；ckpt500相对SFT-48000 baseline最好，越训越差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数据怎么改：数据源换成D3/YouTube-VOS；comp manifest: win外区保持，mask内为raw_loser；baseline 应是 YouTube-VOS SFT-48000 DiffuEraser。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Task怎么做：Stage1-only partial-mask inpainting；比较ckpt500/1000/1500/last。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真实Loss：L=L_DPO(10,0.25)+0.05*mse_w+1.0*ReLU(wg-0); SFT_REG=0；max_steps=1500, ckpt_steps=500；train_mask_mode=partial, mask_from_manifest=true, loss_region_mode=full。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Eval怎么看：tools/run_inpainting_metric_eval.py + inference/metrics.py；不用VBench。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为什么做：更准确地说：在已有 YouTube-VOS SFT-48000 DiffuEraser 上，验证 DPO preference gate 是否还能带来短窗口增益。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意义：如果 PAI 的 BASE_DE 确认就是 SFT-48000，那么 DPO 只有早期有效窗口；否则需要先重做 baseline 路径审计。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结论：ckpt500在当前metric里超过SFT-48000 baseline；1000/1500/last下降，所以不能直接拉长训练，也不能说DPO已经稳定赢。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下一步：下一步先在PAI定位/确认converted_weights_step48000，再比较no-lose-gap/regionloss；如果都不稳，保留SFT-48000或做SFT warmup。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 PSNR 11.139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SSIM 0.285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ckpt500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 PSNR 13.607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SSIM 0.364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last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mask PSNR 12.373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SSIM 0.286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后面保留 1 个代表视频页；视频只放关键实验。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00145_youtubevos_000145_0c3a04798c.sli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371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2D7E1"/>
                </a:solidFill>
                <a:latin typeface="Microsoft YaHei"/>
              </a:defRPr>
            </a:pPr>
            <a:r>
              <a:t>Exp9 D3 comp Stage1 target-domain gate｜代表视频 1/1｜000145_youtubevos_000145_0c3a04798c.mp4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Exp9 D3 comp no-lose-gap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AAB8"/>
                </a:solidFill>
                <a:latin typeface="Microsoft YaHei"/>
              </a:defRPr>
            </a:pPr>
            <a:r>
              <a:t>状态：H20小gate；用于验证loser-degradation shortcut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怎么做这个实验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57150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数据怎么改：数据仍是D3 comp；不换数据，只换loss里lose_gap权重。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Task怎么做：Stage1-only partial-mask inpainting；gate1000，不跑长训。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真实Loss：L=L_DPO(10,0.0)+0.05*mse_w+1.0*ReLU(wg-0); SFT_REG=0；max_steps=1000, ckpt_steps=500；loss_region_mode=full。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Eval怎么看：YouTube-VOS/DAVIS inpainting metric.py + qualitative。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078992"/>
            <a:ext cx="2377440" cy="310896"/>
          </a:xfrm>
          <a:prstGeom prst="roundRect">
            <a:avLst/>
          </a:prstGeom>
          <a:solidFill>
            <a:srgbClr val="46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为什么做 / 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为什么做：当前问题像是DPO通过推远loser走捷径，no-lose专门去掉这个激励。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意义：如果更稳，说明lose_gap=0.25仍然太鼓励破坏loser；如果不稳，说明还要SFT warmup。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结论：等待完整target eval，不提前宣布成功。</a:t>
            </a:r>
          </a:p>
          <a:p>
            <a:pPr>
              <a:spcAft>
                <a:spcPts val="700"/>
              </a:spcAft>
              <a:defRPr sz="1300">
                <a:solidFill>
                  <a:srgbClr val="E6EBF2"/>
                </a:solidFill>
                <a:latin typeface="Microsoft YaHei"/>
              </a:defRPr>
            </a:pPr>
            <a:r>
              <a:t>下一步：和Exp8结果一起决定下一步。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4160520"/>
          <a:ext cx="5166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2D34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loss变化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lose_gap .25 -&gt; 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winner-only/preseving DPO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减少shortcut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BEEF4"/>
                          </a:solidFill>
                          <a:latin typeface="Microsoft YaHei"/>
                        </a:defRPr>
                      </a:pPr>
                      <a:r>
                        <a:t>不训练Stage2</a:t>
                      </a:r>
                    </a:p>
                  </a:txBody>
                  <a:tcPr>
                    <a:solidFill>
                      <a:srgbClr val="2026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D8796"/>
                </a:solidFill>
                <a:latin typeface="Microsoft YaHei"/>
              </a:defRPr>
            </a:pPr>
            <a:r>
              <a:t>这一页讲实验设计、真实loss和结论；没有把视频/权重复制进PPT。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最终 take-away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E6EBF2"/>
                </a:solidFill>
                <a:latin typeface="Microsoft YaHei"/>
              </a:defRPr>
            </a:pPr>
            <a:r>
              <a:t>这周不是简单得到“DPO 越训越差”，而是定位到：DPO 有早期有效窗口，但 objective 会很快走向 loser-degradation shortcut。</a:t>
            </a:r>
          </a:p>
          <a:p>
            <a:pPr>
              <a:spcAft>
                <a:spcPts val="700"/>
              </a:spcAft>
              <a:defRPr sz="2200">
                <a:solidFill>
                  <a:srgbClr val="E6EBF2"/>
                </a:solidFill>
                <a:latin typeface="Microsoft YaHei"/>
              </a:defRPr>
            </a:pPr>
            <a:r>
              <a:t>最强证据链：Old Exp5 collapse -&gt; winner anchoring 必要 -&gt; Exp7 task alignment 必要 -&gt; Stage2 DPO 有害 -&gt; Exp9 D3 comp ckpt500 只是相对 SFT-48000 的 early-window candidate。</a:t>
            </a:r>
          </a:p>
          <a:p>
            <a:pPr>
              <a:spcAft>
                <a:spcPts val="700"/>
              </a:spcAft>
              <a:defRPr sz="2200">
                <a:solidFill>
                  <a:srgbClr val="E6EBF2"/>
                </a:solidFill>
                <a:latin typeface="Microsoft YaHei"/>
              </a:defRPr>
            </a:pPr>
            <a:r>
              <a:t>下一步不该盲目扩步数；先确认 PAI 使用的 converted_weights_step48000 就是 YouTube-VOS SFT-48000，再判断 no-lose-gap / region loss 是否真的超过这个强 baseline。</a:t>
            </a:r>
          </a:p>
          <a:p>
            <a:pPr>
              <a:spcAft>
                <a:spcPts val="700"/>
              </a:spcAft>
              <a:defRPr sz="2200">
                <a:solidFill>
                  <a:srgbClr val="E6EBF2"/>
                </a:solidFill>
                <a:latin typeface="Microsoft YaHei"/>
              </a:defRPr>
            </a:pPr>
            <a:r>
              <a:t>pre 里建议把 Exp4 作为负结果/被清理数据讲清楚：full-mask generated loser 数据质量太差，所以转向 partial-mask K=4。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Experiment registry：每个实验一个文件夹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现在不再把实验混在 logs / PRD 叙述里；每个实验都有 experiment_registry/&lt;exp&gt;/。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每个文件夹记录 README、config.yaml、commands.md、paths.yaml、dpo_diag_summary、metric_summary、qualitative_summary、status。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registry 只记录路径和结论，不复制视频、权重、数据或 checkpoint。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命名修正：Old Exp5、New Exp5、New Exp6、Exp7 current、Exp7 fix、Exp8、Exp9 都分开。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DPO diagnostics：不能只看视频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每个 DPO 实验必须同时看 qualitative、metrics、dpo_diagnostics.csv。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关键字段：dpo_loss、implicit_acc、win_gap、lose_gap、mse_w/ref_mse_w、mse_l/ref_mse_l、sigma、KL、loser_dominant_ratio、grad_norm。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Old Exp5 的教训：ranking 可以变好，但 winner 质量会坏；没有 dpo_diag 的结论不能写成正式成功。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当前缺口：Old Exp5 / New Exp5 / Exp7 / Exp9-comp 仍需要 PAI dpo_diag 路径回填。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EEF4"/>
                </a:solidFill>
                <a:latin typeface="Microsoft YaHei"/>
              </a:defRPr>
            </a:pPr>
            <a:r>
              <a:t>Exp7 reset：small mask + ProPainter prior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Exp7 current 很可疑：task 改成 partial 后，base 也很差，说明不能只怪 DPO。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代码审查发现当前 partial-mask eval 走 direct pipeline，没有明显启用 inference/run_OR.py 的 ProPainter prior。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下一版 VideoDPO partial-mask 数据改为 mask area 15%-20%，K=4，prior_mode=propainter，不覆盖旧 D2。</a:t>
            </a:r>
          </a:p>
          <a:p>
            <a:pPr>
              <a:spcAft>
                <a:spcPts val="800"/>
              </a:spcAft>
              <a:defRPr sz="2000">
                <a:solidFill>
                  <a:srgbClr val="E6EBF2"/>
                </a:solidFill>
                <a:latin typeface="Microsoft YaHei"/>
              </a:defRPr>
            </a:pPr>
            <a:r>
              <a:t>先调通 Exp7-fix，再回到 D3/YouTube-VOS；YouTube-VOS/D3 必须用 SFT-48000 DiffuEraser 权重。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